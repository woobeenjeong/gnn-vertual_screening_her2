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0F34D-FE0F-48C3-A0CA-2D76325E16D0}" v="126" dt="2025-09-11T06:55:01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82671" autoAdjust="0"/>
  </p:normalViewPr>
  <p:slideViewPr>
    <p:cSldViewPr snapToGrid="0">
      <p:cViewPr varScale="1">
        <p:scale>
          <a:sx n="43" d="100"/>
          <a:sy n="43" d="100"/>
        </p:scale>
        <p:origin x="72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우빈 (Woobin Jeong)" userId="6e151ed6-5560-4d6e-b1b4-7d5a21059915" providerId="ADAL" clId="{6BB1C7AA-0850-4498-9894-A52CE203F18D}"/>
    <pc:docChg chg="undo custSel addSld delSld modSld">
      <pc:chgData name="정우빈 (Woobin Jeong)" userId="6e151ed6-5560-4d6e-b1b4-7d5a21059915" providerId="ADAL" clId="{6BB1C7AA-0850-4498-9894-A52CE203F18D}" dt="2025-09-11T06:57:53.996" v="3273" actId="1036"/>
      <pc:docMkLst>
        <pc:docMk/>
      </pc:docMkLst>
      <pc:sldChg chg="modSp mod">
        <pc:chgData name="정우빈 (Woobin Jeong)" userId="6e151ed6-5560-4d6e-b1b4-7d5a21059915" providerId="ADAL" clId="{6BB1C7AA-0850-4498-9894-A52CE203F18D}" dt="2025-09-10T04:39:07.265" v="1934" actId="1076"/>
        <pc:sldMkLst>
          <pc:docMk/>
          <pc:sldMk cId="2067244288" sldId="256"/>
        </pc:sldMkLst>
        <pc:spChg chg="mod">
          <ac:chgData name="정우빈 (Woobin Jeong)" userId="6e151ed6-5560-4d6e-b1b4-7d5a21059915" providerId="ADAL" clId="{6BB1C7AA-0850-4498-9894-A52CE203F18D}" dt="2025-09-10T04:39:07.265" v="1934" actId="1076"/>
          <ac:spMkLst>
            <pc:docMk/>
            <pc:sldMk cId="2067244288" sldId="256"/>
            <ac:spMk id="4" creationId="{B026AE9A-AC3A-433A-8ED7-F5E24CD0884F}"/>
          </ac:spMkLst>
        </pc:spChg>
      </pc:sldChg>
      <pc:sldChg chg="addSp delSp modSp add mod">
        <pc:chgData name="정우빈 (Woobin Jeong)" userId="6e151ed6-5560-4d6e-b1b4-7d5a21059915" providerId="ADAL" clId="{6BB1C7AA-0850-4498-9894-A52CE203F18D}" dt="2025-09-11T06:22:05.131" v="3169" actId="20577"/>
        <pc:sldMkLst>
          <pc:docMk/>
          <pc:sldMk cId="2252153603" sldId="257"/>
        </pc:sldMkLst>
        <pc:spChg chg="del">
          <ac:chgData name="정우빈 (Woobin Jeong)" userId="6e151ed6-5560-4d6e-b1b4-7d5a21059915" providerId="ADAL" clId="{6BB1C7AA-0850-4498-9894-A52CE203F18D}" dt="2025-09-10T03:04:06.239" v="340" actId="478"/>
          <ac:spMkLst>
            <pc:docMk/>
            <pc:sldMk cId="2252153603" sldId="257"/>
            <ac:spMk id="4" creationId="{536C1309-C333-6845-18B6-5B29693C68DF}"/>
          </ac:spMkLst>
        </pc:spChg>
        <pc:spChg chg="add mod">
          <ac:chgData name="정우빈 (Woobin Jeong)" userId="6e151ed6-5560-4d6e-b1b4-7d5a21059915" providerId="ADAL" clId="{6BB1C7AA-0850-4498-9894-A52CE203F18D}" dt="2025-09-10T03:22:34.458" v="754" actId="1076"/>
          <ac:spMkLst>
            <pc:docMk/>
            <pc:sldMk cId="2252153603" sldId="257"/>
            <ac:spMk id="5" creationId="{AB86B770-2179-ACD9-C7BC-F085FF4757FE}"/>
          </ac:spMkLst>
        </pc:spChg>
        <pc:spChg chg="add mod">
          <ac:chgData name="정우빈 (Woobin Jeong)" userId="6e151ed6-5560-4d6e-b1b4-7d5a21059915" providerId="ADAL" clId="{6BB1C7AA-0850-4498-9894-A52CE203F18D}" dt="2025-09-10T03:22:34.458" v="754" actId="1076"/>
          <ac:spMkLst>
            <pc:docMk/>
            <pc:sldMk cId="2252153603" sldId="257"/>
            <ac:spMk id="7" creationId="{45C8075D-3FBE-D6CC-BEB2-0E135B4BB26C}"/>
          </ac:spMkLst>
        </pc:spChg>
        <pc:spChg chg="add mod">
          <ac:chgData name="정우빈 (Woobin Jeong)" userId="6e151ed6-5560-4d6e-b1b4-7d5a21059915" providerId="ADAL" clId="{6BB1C7AA-0850-4498-9894-A52CE203F18D}" dt="2025-09-11T06:21:57.390" v="3161" actId="20577"/>
          <ac:spMkLst>
            <pc:docMk/>
            <pc:sldMk cId="2252153603" sldId="257"/>
            <ac:spMk id="9" creationId="{BC94FF43-9D1B-CB54-965E-A985CABE9604}"/>
          </ac:spMkLst>
        </pc:spChg>
        <pc:spChg chg="add mod">
          <ac:chgData name="정우빈 (Woobin Jeong)" userId="6e151ed6-5560-4d6e-b1b4-7d5a21059915" providerId="ADAL" clId="{6BB1C7AA-0850-4498-9894-A52CE203F18D}" dt="2025-09-11T06:22:02.086" v="3165" actId="20577"/>
          <ac:spMkLst>
            <pc:docMk/>
            <pc:sldMk cId="2252153603" sldId="257"/>
            <ac:spMk id="10" creationId="{2AA4AC57-81D5-A66A-A2AF-191F23516A44}"/>
          </ac:spMkLst>
        </pc:spChg>
        <pc:spChg chg="add mod">
          <ac:chgData name="정우빈 (Woobin Jeong)" userId="6e151ed6-5560-4d6e-b1b4-7d5a21059915" providerId="ADAL" clId="{6BB1C7AA-0850-4498-9894-A52CE203F18D}" dt="2025-09-11T06:22:05.131" v="3169" actId="20577"/>
          <ac:spMkLst>
            <pc:docMk/>
            <pc:sldMk cId="2252153603" sldId="257"/>
            <ac:spMk id="11" creationId="{E8FF81FE-30D8-1676-F3BD-BA068658C5C9}"/>
          </ac:spMkLst>
        </pc:spChg>
        <pc:spChg chg="add mod">
          <ac:chgData name="정우빈 (Woobin Jeong)" userId="6e151ed6-5560-4d6e-b1b4-7d5a21059915" providerId="ADAL" clId="{6BB1C7AA-0850-4498-9894-A52CE203F18D}" dt="2025-09-10T03:22:34.458" v="754" actId="1076"/>
          <ac:spMkLst>
            <pc:docMk/>
            <pc:sldMk cId="2252153603" sldId="257"/>
            <ac:spMk id="20" creationId="{E12C1924-EB3C-A521-642D-85BABECDF481}"/>
          </ac:spMkLst>
        </pc:spChg>
        <pc:spChg chg="add mod">
          <ac:chgData name="정우빈 (Woobin Jeong)" userId="6e151ed6-5560-4d6e-b1b4-7d5a21059915" providerId="ADAL" clId="{6BB1C7AA-0850-4498-9894-A52CE203F18D}" dt="2025-09-10T03:22:34.458" v="754" actId="1076"/>
          <ac:spMkLst>
            <pc:docMk/>
            <pc:sldMk cId="2252153603" sldId="257"/>
            <ac:spMk id="21" creationId="{C98B9D83-2A1C-903F-0BCD-93D224B7467F}"/>
          </ac:spMkLst>
        </pc:spChg>
        <pc:spChg chg="add del">
          <ac:chgData name="정우빈 (Woobin Jeong)" userId="6e151ed6-5560-4d6e-b1b4-7d5a21059915" providerId="ADAL" clId="{6BB1C7AA-0850-4498-9894-A52CE203F18D}" dt="2025-09-10T03:18:46.674" v="651" actId="22"/>
          <ac:spMkLst>
            <pc:docMk/>
            <pc:sldMk cId="2252153603" sldId="257"/>
            <ac:spMk id="36" creationId="{6F932A98-8588-CA6A-963D-222797411BC2}"/>
          </ac:spMkLst>
        </pc:spChg>
        <pc:spChg chg="add mod">
          <ac:chgData name="정우빈 (Woobin Jeong)" userId="6e151ed6-5560-4d6e-b1b4-7d5a21059915" providerId="ADAL" clId="{6BB1C7AA-0850-4498-9894-A52CE203F18D}" dt="2025-09-11T06:21:36.911" v="3150" actId="1076"/>
          <ac:spMkLst>
            <pc:docMk/>
            <pc:sldMk cId="2252153603" sldId="257"/>
            <ac:spMk id="37" creationId="{F98048B4-FFB6-D2E2-8250-BC45CA483A3C}"/>
          </ac:spMkLst>
        </pc:spChg>
        <pc:spChg chg="add mod">
          <ac:chgData name="정우빈 (Woobin Jeong)" userId="6e151ed6-5560-4d6e-b1b4-7d5a21059915" providerId="ADAL" clId="{6BB1C7AA-0850-4498-9894-A52CE203F18D}" dt="2025-09-11T03:33:21.917" v="3069" actId="20577"/>
          <ac:spMkLst>
            <pc:docMk/>
            <pc:sldMk cId="2252153603" sldId="257"/>
            <ac:spMk id="41" creationId="{21056322-93E5-3B4C-BE08-63E37ADBCA9A}"/>
          </ac:spMkLst>
        </pc:spChg>
        <pc:spChg chg="add mod">
          <ac:chgData name="정우빈 (Woobin Jeong)" userId="6e151ed6-5560-4d6e-b1b4-7d5a21059915" providerId="ADAL" clId="{6BB1C7AA-0850-4498-9894-A52CE203F18D}" dt="2025-09-11T06:21:11.197" v="3142" actId="1076"/>
          <ac:spMkLst>
            <pc:docMk/>
            <pc:sldMk cId="2252153603" sldId="257"/>
            <ac:spMk id="42" creationId="{1350F502-CF73-67AE-CCBC-778FA704FFF8}"/>
          </ac:spMkLst>
        </pc:spChg>
        <pc:spChg chg="add mod">
          <ac:chgData name="정우빈 (Woobin Jeong)" userId="6e151ed6-5560-4d6e-b1b4-7d5a21059915" providerId="ADAL" clId="{6BB1C7AA-0850-4498-9894-A52CE203F18D}" dt="2025-09-11T06:21:22.334" v="3144"/>
          <ac:spMkLst>
            <pc:docMk/>
            <pc:sldMk cId="2252153603" sldId="257"/>
            <ac:spMk id="43" creationId="{CD987847-2F5E-19BA-70BD-F63C16CC643A}"/>
          </ac:spMkLst>
        </pc:spChg>
        <pc:spChg chg="add mod">
          <ac:chgData name="정우빈 (Woobin Jeong)" userId="6e151ed6-5560-4d6e-b1b4-7d5a21059915" providerId="ADAL" clId="{6BB1C7AA-0850-4498-9894-A52CE203F18D}" dt="2025-09-11T06:21:42.858" v="3151" actId="1076"/>
          <ac:spMkLst>
            <pc:docMk/>
            <pc:sldMk cId="2252153603" sldId="257"/>
            <ac:spMk id="44" creationId="{1F8A9A97-EB33-2DAA-1A7A-78ECDF63801F}"/>
          </ac:spMkLst>
        </pc:spChg>
        <pc:graphicFrameChg chg="add mod modGraphic">
          <ac:chgData name="정우빈 (Woobin Jeong)" userId="6e151ed6-5560-4d6e-b1b4-7d5a21059915" providerId="ADAL" clId="{6BB1C7AA-0850-4498-9894-A52CE203F18D}" dt="2025-09-10T03:17:14.200" v="644" actId="1076"/>
          <ac:graphicFrameMkLst>
            <pc:docMk/>
            <pc:sldMk cId="2252153603" sldId="257"/>
            <ac:graphicFrameMk id="2" creationId="{1D13DD0D-34F0-2E8D-B31F-FFD547839BCE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1:52.968" v="3005" actId="404"/>
          <ac:graphicFrameMkLst>
            <pc:docMk/>
            <pc:sldMk cId="2252153603" sldId="257"/>
            <ac:graphicFrameMk id="3" creationId="{78FABA53-FF48-70A6-190A-059BA6648F1F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2:22.549" v="3045" actId="20577"/>
          <ac:graphicFrameMkLst>
            <pc:docMk/>
            <pc:sldMk cId="2252153603" sldId="257"/>
            <ac:graphicFrameMk id="4" creationId="{E8432362-F195-0B84-27CB-C5843A894A7E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0T03:17:14.200" v="644" actId="1076"/>
          <ac:graphicFrameMkLst>
            <pc:docMk/>
            <pc:sldMk cId="2252153603" sldId="257"/>
            <ac:graphicFrameMk id="6" creationId="{C9F7C389-F013-3539-0B1E-D789D1A69965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0T03:16:39.022" v="634" actId="14100"/>
          <ac:graphicFrameMkLst>
            <pc:docMk/>
            <pc:sldMk cId="2252153603" sldId="257"/>
            <ac:graphicFrameMk id="8" creationId="{DAF2EC5D-4A91-3491-7E8F-A579DA825197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2:54.378" v="3053" actId="3064"/>
          <ac:graphicFrameMkLst>
            <pc:docMk/>
            <pc:sldMk cId="2252153603" sldId="257"/>
            <ac:graphicFrameMk id="12" creationId="{BA803CCF-5F45-B6A2-3EC9-F25B8B92B1C8}"/>
          </ac:graphicFrameMkLst>
        </pc:graphicFrameChg>
        <pc:graphicFrameChg chg="add mod">
          <ac:chgData name="정우빈 (Woobin Jeong)" userId="6e151ed6-5560-4d6e-b1b4-7d5a21059915" providerId="ADAL" clId="{6BB1C7AA-0850-4498-9894-A52CE203F18D}" dt="2025-09-11T03:30:58.980" v="2990" actId="1076"/>
          <ac:graphicFrameMkLst>
            <pc:docMk/>
            <pc:sldMk cId="2252153603" sldId="257"/>
            <ac:graphicFrameMk id="13" creationId="{EFD6D1FD-0D71-D8D8-3FCA-086FFCBE703A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2:17.316" v="3043" actId="20577"/>
          <ac:graphicFrameMkLst>
            <pc:docMk/>
            <pc:sldMk cId="2252153603" sldId="257"/>
            <ac:graphicFrameMk id="14" creationId="{D8C4FEF0-9C57-DAA7-7740-01C762DC1036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3:09.516" v="3062" actId="20577"/>
          <ac:graphicFrameMkLst>
            <pc:docMk/>
            <pc:sldMk cId="2252153603" sldId="257"/>
            <ac:graphicFrameMk id="15" creationId="{054CED17-2557-91FC-6DB8-0E3C00D61AB9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3:11.711" v="3063" actId="20577"/>
          <ac:graphicFrameMkLst>
            <pc:docMk/>
            <pc:sldMk cId="2252153603" sldId="257"/>
            <ac:graphicFrameMk id="16" creationId="{E3D5C306-A11A-18BD-C1F8-844CA69109D1}"/>
          </ac:graphicFrameMkLst>
        </pc:graphicFrameChg>
        <pc:graphicFrameChg chg="add mod">
          <ac:chgData name="정우빈 (Woobin Jeong)" userId="6e151ed6-5560-4d6e-b1b4-7d5a21059915" providerId="ADAL" clId="{6BB1C7AA-0850-4498-9894-A52CE203F18D}" dt="2025-09-11T03:31:02.269" v="2992" actId="1076"/>
          <ac:graphicFrameMkLst>
            <pc:docMk/>
            <pc:sldMk cId="2252153603" sldId="257"/>
            <ac:graphicFrameMk id="17" creationId="{CFDB888A-73FA-C9ED-2708-B135FDAAEFE1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6:21:31.865" v="3147" actId="1076"/>
          <ac:graphicFrameMkLst>
            <pc:docMk/>
            <pc:sldMk cId="2252153603" sldId="257"/>
            <ac:graphicFrameMk id="18" creationId="{DB5BC568-586F-7BEA-7FDC-CE07F2A09895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3:15.198" v="3064" actId="20577"/>
          <ac:graphicFrameMkLst>
            <pc:docMk/>
            <pc:sldMk cId="2252153603" sldId="257"/>
            <ac:graphicFrameMk id="19" creationId="{6678682E-F630-537A-998D-C5BFDA264FB6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1:50.015" v="3004" actId="404"/>
          <ac:graphicFrameMkLst>
            <pc:docMk/>
            <pc:sldMk cId="2252153603" sldId="257"/>
            <ac:graphicFrameMk id="22" creationId="{97DC74A5-FC1E-70F1-516B-B1F8B3673CDC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23" creationId="{4AE5A466-1B49-4F40-63BD-E0F9FE5DA2D5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24" creationId="{63BB4834-37B2-B76C-5484-22651E64D341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43.895" v="2985" actId="14100"/>
          <ac:graphicFrameMkLst>
            <pc:docMk/>
            <pc:sldMk cId="2252153603" sldId="257"/>
            <ac:graphicFrameMk id="25" creationId="{87821BE6-3E99-F3FC-0188-1C15CB9F8B85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1:12.205" v="2995" actId="14100"/>
          <ac:graphicFrameMkLst>
            <pc:docMk/>
            <pc:sldMk cId="2252153603" sldId="257"/>
            <ac:graphicFrameMk id="26" creationId="{D07BE7C5-73A9-6531-70EA-88E006F50960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49.292" v="2987" actId="1076"/>
          <ac:graphicFrameMkLst>
            <pc:docMk/>
            <pc:sldMk cId="2252153603" sldId="257"/>
            <ac:graphicFrameMk id="27" creationId="{A5948556-EB4A-8629-FD60-82A2AFA32D9D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46.992" v="2986" actId="1076"/>
          <ac:graphicFrameMkLst>
            <pc:docMk/>
            <pc:sldMk cId="2252153603" sldId="257"/>
            <ac:graphicFrameMk id="28" creationId="{418E9D05-F37B-37FB-F06E-51A706CA9EA1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29" creationId="{937266E8-AC9C-547B-F321-FD9C7F8F5C26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30" creationId="{D1F3C3DD-D34D-C497-2028-9632E11FB9FD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31" creationId="{C5E16992-5615-5FFC-D749-B5B6384793C3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32" creationId="{15A4A3C9-6665-BFA7-B1FB-636A448C7008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33" creationId="{A1BA6151-2A64-401D-A2DB-7C9C4A8A89D1}"/>
          </ac:graphicFrameMkLst>
        </pc:graphicFrameChg>
        <pc:graphicFrameChg chg="add del mod">
          <ac:chgData name="정우빈 (Woobin Jeong)" userId="6e151ed6-5560-4d6e-b1b4-7d5a21059915" providerId="ADAL" clId="{6BB1C7AA-0850-4498-9894-A52CE203F18D}" dt="2025-09-11T03:30:52.554" v="2988" actId="478"/>
          <ac:graphicFrameMkLst>
            <pc:docMk/>
            <pc:sldMk cId="2252153603" sldId="257"/>
            <ac:graphicFrameMk id="34" creationId="{016CFA58-ED0C-CB97-D463-29C3BD703F18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3:18.544" v="3067" actId="20577"/>
          <ac:graphicFrameMkLst>
            <pc:docMk/>
            <pc:sldMk cId="2252153603" sldId="257"/>
            <ac:graphicFrameMk id="35" creationId="{25CBF554-4919-972F-91BF-85677937F21E}"/>
          </ac:graphicFrameMkLst>
        </pc:graphicFrameChg>
        <pc:graphicFrameChg chg="add mod">
          <ac:chgData name="정우빈 (Woobin Jeong)" userId="6e151ed6-5560-4d6e-b1b4-7d5a21059915" providerId="ADAL" clId="{6BB1C7AA-0850-4498-9894-A52CE203F18D}" dt="2025-09-11T03:31:09.502" v="2994" actId="1076"/>
          <ac:graphicFrameMkLst>
            <pc:docMk/>
            <pc:sldMk cId="2252153603" sldId="257"/>
            <ac:graphicFrameMk id="36" creationId="{A14AA068-0579-3DED-993A-732F58D9537D}"/>
          </ac:graphicFrameMkLst>
        </pc:graphicFrameChg>
        <pc:graphicFrameChg chg="add del mod modGraphic">
          <ac:chgData name="정우빈 (Woobin Jeong)" userId="6e151ed6-5560-4d6e-b1b4-7d5a21059915" providerId="ADAL" clId="{6BB1C7AA-0850-4498-9894-A52CE203F18D}" dt="2025-09-10T04:29:30.140" v="1673" actId="478"/>
          <ac:graphicFrameMkLst>
            <pc:docMk/>
            <pc:sldMk cId="2252153603" sldId="257"/>
            <ac:graphicFrameMk id="37" creationId="{AE6707DE-EE8E-9DFF-60C8-96CC75D0E746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0T06:55:32.367" v="2774" actId="1076"/>
          <ac:graphicFrameMkLst>
            <pc:docMk/>
            <pc:sldMk cId="2252153603" sldId="257"/>
            <ac:graphicFrameMk id="38" creationId="{B540A3A6-C92C-7190-206F-E39FA0BB50D0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1:17.445" v="2997" actId="1076"/>
          <ac:graphicFrameMkLst>
            <pc:docMk/>
            <pc:sldMk cId="2252153603" sldId="257"/>
            <ac:graphicFrameMk id="39" creationId="{81F8B3AA-C636-22E6-4D4E-4922B1EBA78D}"/>
          </ac:graphicFrameMkLst>
        </pc:graphicFrameChg>
        <pc:graphicFrameChg chg="add mod modGraphic">
          <ac:chgData name="정우빈 (Woobin Jeong)" userId="6e151ed6-5560-4d6e-b1b4-7d5a21059915" providerId="ADAL" clId="{6BB1C7AA-0850-4498-9894-A52CE203F18D}" dt="2025-09-11T03:31:14.799" v="2996" actId="1076"/>
          <ac:graphicFrameMkLst>
            <pc:docMk/>
            <pc:sldMk cId="2252153603" sldId="257"/>
            <ac:graphicFrameMk id="40" creationId="{8BA7CDD1-163A-8884-923C-7FA45AAB6665}"/>
          </ac:graphicFrameMkLst>
        </pc:graphicFrameChg>
        <pc:cxnChg chg="add del mod">
          <ac:chgData name="정우빈 (Woobin Jeong)" userId="6e151ed6-5560-4d6e-b1b4-7d5a21059915" providerId="ADAL" clId="{6BB1C7AA-0850-4498-9894-A52CE203F18D}" dt="2025-09-10T03:07:28.010" v="478" actId="478"/>
          <ac:cxnSpMkLst>
            <pc:docMk/>
            <pc:sldMk cId="2252153603" sldId="257"/>
            <ac:cxnSpMk id="13" creationId="{50B8E0DF-B02D-8AE0-2C1E-483A366B6E81}"/>
          </ac:cxnSpMkLst>
        </pc:cxnChg>
        <pc:cxnChg chg="add del mod">
          <ac:chgData name="정우빈 (Woobin Jeong)" userId="6e151ed6-5560-4d6e-b1b4-7d5a21059915" providerId="ADAL" clId="{6BB1C7AA-0850-4498-9894-A52CE203F18D}" dt="2025-09-10T03:07:27.081" v="477" actId="478"/>
          <ac:cxnSpMkLst>
            <pc:docMk/>
            <pc:sldMk cId="2252153603" sldId="257"/>
            <ac:cxnSpMk id="14" creationId="{9F5E697A-FE7C-E249-575D-73179C7EFD54}"/>
          </ac:cxnSpMkLst>
        </pc:cxnChg>
      </pc:sldChg>
      <pc:sldChg chg="addSp delSp modSp add mod modNotesTx">
        <pc:chgData name="정우빈 (Woobin Jeong)" userId="6e151ed6-5560-4d6e-b1b4-7d5a21059915" providerId="ADAL" clId="{6BB1C7AA-0850-4498-9894-A52CE203F18D}" dt="2025-09-11T06:57:53.996" v="3273" actId="1036"/>
        <pc:sldMkLst>
          <pc:docMk/>
          <pc:sldMk cId="2058638759" sldId="258"/>
        </pc:sldMkLst>
        <pc:spChg chg="add mod">
          <ac:chgData name="정우빈 (Woobin Jeong)" userId="6e151ed6-5560-4d6e-b1b4-7d5a21059915" providerId="ADAL" clId="{6BB1C7AA-0850-4498-9894-A52CE203F18D}" dt="2025-09-11T06:57:53.996" v="3273" actId="1036"/>
          <ac:spMkLst>
            <pc:docMk/>
            <pc:sldMk cId="2058638759" sldId="258"/>
            <ac:spMk id="4" creationId="{E6850F80-57A9-7AD2-8A55-086B129BBD97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5" creationId="{2506132B-1CEE-6583-9B59-1E11ADA299DC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7" creationId="{160B9368-ECE6-DCE0-9D95-8F3B15D3ADF1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9" creationId="{A4A2A133-AE6D-B67D-2DBD-4A98E528E48F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10" creationId="{5434CC76-01BE-C11C-04F4-38B88E22E899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11" creationId="{3752BBE0-D286-7BE6-AC17-52BCD0274212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20" creationId="{01E9A850-EC26-C61D-2043-6C3FCC2475CF}"/>
          </ac:spMkLst>
        </pc:spChg>
        <pc:spChg chg="del">
          <ac:chgData name="정우빈 (Woobin Jeong)" userId="6e151ed6-5560-4d6e-b1b4-7d5a21059915" providerId="ADAL" clId="{6BB1C7AA-0850-4498-9894-A52CE203F18D}" dt="2025-09-10T04:30:30.975" v="1678" actId="478"/>
          <ac:spMkLst>
            <pc:docMk/>
            <pc:sldMk cId="2058638759" sldId="258"/>
            <ac:spMk id="21" creationId="{1E8699EA-5623-913A-EBD9-88C633DABFC4}"/>
          </ac:spMkLst>
        </pc:spChg>
        <pc:spChg chg="mod">
          <ac:chgData name="정우빈 (Woobin Jeong)" userId="6e151ed6-5560-4d6e-b1b4-7d5a21059915" providerId="ADAL" clId="{6BB1C7AA-0850-4498-9894-A52CE203F18D}" dt="2025-09-11T06:20:17.338" v="3129" actId="20577"/>
          <ac:spMkLst>
            <pc:docMk/>
            <pc:sldMk cId="2058638759" sldId="258"/>
            <ac:spMk id="41" creationId="{F015CB25-3E38-D4AE-1C19-CE3237C18933}"/>
          </ac:spMkLst>
        </pc:spChg>
        <pc:graphicFrameChg chg="add mod modGraphic">
          <ac:chgData name="정우빈 (Woobin Jeong)" userId="6e151ed6-5560-4d6e-b1b4-7d5a21059915" providerId="ADAL" clId="{6BB1C7AA-0850-4498-9894-A52CE203F18D}" dt="2025-09-11T06:57:46.202" v="3272" actId="1035"/>
          <ac:graphicFrameMkLst>
            <pc:docMk/>
            <pc:sldMk cId="2058638759" sldId="258"/>
            <ac:graphicFrameMk id="3" creationId="{0ABFEC54-A5FC-905E-E9E6-9A37DA3EFDD1}"/>
          </ac:graphicFrameMkLst>
        </pc:graphicFrameChg>
        <pc:graphicFrameChg chg="del">
          <ac:chgData name="정우빈 (Woobin Jeong)" userId="6e151ed6-5560-4d6e-b1b4-7d5a21059915" providerId="ADAL" clId="{6BB1C7AA-0850-4498-9894-A52CE203F18D}" dt="2025-09-10T04:30:30.975" v="1678" actId="478"/>
          <ac:graphicFrameMkLst>
            <pc:docMk/>
            <pc:sldMk cId="2058638759" sldId="258"/>
            <ac:graphicFrameMk id="24" creationId="{854A1C55-5538-CC4E-1B88-03458AD0F800}"/>
          </ac:graphicFrameMkLst>
        </pc:graphicFrameChg>
        <pc:graphicFrameChg chg="del">
          <ac:chgData name="정우빈 (Woobin Jeong)" userId="6e151ed6-5560-4d6e-b1b4-7d5a21059915" providerId="ADAL" clId="{6BB1C7AA-0850-4498-9894-A52CE203F18D}" dt="2025-09-10T04:30:30.975" v="1678" actId="478"/>
          <ac:graphicFrameMkLst>
            <pc:docMk/>
            <pc:sldMk cId="2058638759" sldId="258"/>
            <ac:graphicFrameMk id="27" creationId="{572A34D8-1F26-43A2-F00A-30DDE496AD76}"/>
          </ac:graphicFrameMkLst>
        </pc:graphicFrameChg>
        <pc:graphicFrameChg chg="del">
          <ac:chgData name="정우빈 (Woobin Jeong)" userId="6e151ed6-5560-4d6e-b1b4-7d5a21059915" providerId="ADAL" clId="{6BB1C7AA-0850-4498-9894-A52CE203F18D}" dt="2025-09-10T04:30:30.975" v="1678" actId="478"/>
          <ac:graphicFrameMkLst>
            <pc:docMk/>
            <pc:sldMk cId="2058638759" sldId="258"/>
            <ac:graphicFrameMk id="29" creationId="{E242090F-8D66-2521-1056-D0E3D244CFDC}"/>
          </ac:graphicFrameMkLst>
        </pc:graphicFrameChg>
      </pc:sldChg>
      <pc:sldChg chg="delSp add del mod">
        <pc:chgData name="정우빈 (Woobin Jeong)" userId="6e151ed6-5560-4d6e-b1b4-7d5a21059915" providerId="ADAL" clId="{6BB1C7AA-0850-4498-9894-A52CE203F18D}" dt="2025-09-11T03:58:15.506" v="3104" actId="47"/>
        <pc:sldMkLst>
          <pc:docMk/>
          <pc:sldMk cId="749727120" sldId="259"/>
        </pc:sldMkLst>
        <pc:spChg chg="del">
          <ac:chgData name="정우빈 (Woobin Jeong)" userId="6e151ed6-5560-4d6e-b1b4-7d5a21059915" providerId="ADAL" clId="{6BB1C7AA-0850-4498-9894-A52CE203F18D}" dt="2025-09-10T23:42:52.725" v="2779" actId="478"/>
          <ac:spMkLst>
            <pc:docMk/>
            <pc:sldMk cId="749727120" sldId="259"/>
            <ac:spMk id="41" creationId="{D033162D-6B67-B9A8-87A2-DC95799197EA}"/>
          </ac:spMkLst>
        </pc:spChg>
        <pc:graphicFrameChg chg="del">
          <ac:chgData name="정우빈 (Woobin Jeong)" userId="6e151ed6-5560-4d6e-b1b4-7d5a21059915" providerId="ADAL" clId="{6BB1C7AA-0850-4498-9894-A52CE203F18D}" dt="2025-09-10T23:42:52.725" v="2779" actId="478"/>
          <ac:graphicFrameMkLst>
            <pc:docMk/>
            <pc:sldMk cId="749727120" sldId="259"/>
            <ac:graphicFrameMk id="3" creationId="{E665401B-89D2-A56D-FD22-70A3FB41325E}"/>
          </ac:graphicFrameMkLst>
        </pc:graphicFrameChg>
      </pc:sldChg>
      <pc:sldChg chg="addSp delSp modSp add mod">
        <pc:chgData name="정우빈 (Woobin Jeong)" userId="6e151ed6-5560-4d6e-b1b4-7d5a21059915" providerId="ADAL" clId="{6BB1C7AA-0850-4498-9894-A52CE203F18D}" dt="2025-09-11T06:56:49.067" v="3262" actId="478"/>
        <pc:sldMkLst>
          <pc:docMk/>
          <pc:sldMk cId="2842138808" sldId="259"/>
        </pc:sldMkLst>
        <pc:spChg chg="add del mod">
          <ac:chgData name="정우빈 (Woobin Jeong)" userId="6e151ed6-5560-4d6e-b1b4-7d5a21059915" providerId="ADAL" clId="{6BB1C7AA-0850-4498-9894-A52CE203F18D}" dt="2025-09-11T06:51:38.466" v="3173" actId="478"/>
          <ac:spMkLst>
            <pc:docMk/>
            <pc:sldMk cId="2842138808" sldId="259"/>
            <ac:spMk id="2" creationId="{02CB1956-D74D-B912-3E4B-75F8D267B634}"/>
          </ac:spMkLst>
        </pc:spChg>
        <pc:spChg chg="del">
          <ac:chgData name="정우빈 (Woobin Jeong)" userId="6e151ed6-5560-4d6e-b1b4-7d5a21059915" providerId="ADAL" clId="{6BB1C7AA-0850-4498-9894-A52CE203F18D}" dt="2025-09-11T06:51:25.677" v="3171" actId="478"/>
          <ac:spMkLst>
            <pc:docMk/>
            <pc:sldMk cId="2842138808" sldId="259"/>
            <ac:spMk id="4" creationId="{72A92F5E-48BD-1E7C-7FEB-866CEBAE9AE1}"/>
          </ac:spMkLst>
        </pc:spChg>
        <pc:spChg chg="del">
          <ac:chgData name="정우빈 (Woobin Jeong)" userId="6e151ed6-5560-4d6e-b1b4-7d5a21059915" providerId="ADAL" clId="{6BB1C7AA-0850-4498-9894-A52CE203F18D}" dt="2025-09-11T06:51:25.677" v="3171" actId="478"/>
          <ac:spMkLst>
            <pc:docMk/>
            <pc:sldMk cId="2842138808" sldId="259"/>
            <ac:spMk id="41" creationId="{114C05D8-16BE-98DB-B532-1F4F1F34E556}"/>
          </ac:spMkLst>
        </pc:spChg>
        <pc:graphicFrameChg chg="del">
          <ac:chgData name="정우빈 (Woobin Jeong)" userId="6e151ed6-5560-4d6e-b1b4-7d5a21059915" providerId="ADAL" clId="{6BB1C7AA-0850-4498-9894-A52CE203F18D}" dt="2025-09-11T06:51:25.677" v="3171" actId="478"/>
          <ac:graphicFrameMkLst>
            <pc:docMk/>
            <pc:sldMk cId="2842138808" sldId="259"/>
            <ac:graphicFrameMk id="3" creationId="{52510F4B-41F6-575E-B4B4-C8049BE5B698}"/>
          </ac:graphicFrameMkLst>
        </pc:graphicFrameChg>
        <pc:picChg chg="add mod">
          <ac:chgData name="정우빈 (Woobin Jeong)" userId="6e151ed6-5560-4d6e-b1b4-7d5a21059915" providerId="ADAL" clId="{6BB1C7AA-0850-4498-9894-A52CE203F18D}" dt="2025-09-11T06:55:52.779" v="3257" actId="1076"/>
          <ac:picMkLst>
            <pc:docMk/>
            <pc:sldMk cId="2842138808" sldId="259"/>
            <ac:picMk id="6" creationId="{79EA2FFB-B3E7-A888-F796-E5DB9B04A33B}"/>
          </ac:picMkLst>
        </pc:picChg>
        <pc:picChg chg="add mod">
          <ac:chgData name="정우빈 (Woobin Jeong)" userId="6e151ed6-5560-4d6e-b1b4-7d5a21059915" providerId="ADAL" clId="{6BB1C7AA-0850-4498-9894-A52CE203F18D}" dt="2025-09-11T06:55:52.779" v="3257" actId="1076"/>
          <ac:picMkLst>
            <pc:docMk/>
            <pc:sldMk cId="2842138808" sldId="259"/>
            <ac:picMk id="8" creationId="{B0F94866-ECF1-337D-82ED-EBA924006835}"/>
          </ac:picMkLst>
        </pc:picChg>
        <pc:picChg chg="add del mod modCrop">
          <ac:chgData name="정우빈 (Woobin Jeong)" userId="6e151ed6-5560-4d6e-b1b4-7d5a21059915" providerId="ADAL" clId="{6BB1C7AA-0850-4498-9894-A52CE203F18D}" dt="2025-09-11T06:54:27.957" v="3230" actId="478"/>
          <ac:picMkLst>
            <pc:docMk/>
            <pc:sldMk cId="2842138808" sldId="259"/>
            <ac:picMk id="9" creationId="{E737B219-37D5-7E9C-87E9-53F9838ADE15}"/>
          </ac:picMkLst>
        </pc:picChg>
        <pc:picChg chg="add del mod modCrop">
          <ac:chgData name="정우빈 (Woobin Jeong)" userId="6e151ed6-5560-4d6e-b1b4-7d5a21059915" providerId="ADAL" clId="{6BB1C7AA-0850-4498-9894-A52CE203F18D}" dt="2025-09-11T06:55:01.130" v="3246" actId="21"/>
          <ac:picMkLst>
            <pc:docMk/>
            <pc:sldMk cId="2842138808" sldId="259"/>
            <ac:picMk id="10" creationId="{7D947377-AE65-FB2F-8AE1-BD7DF5792980}"/>
          </ac:picMkLst>
        </pc:picChg>
        <pc:picChg chg="add mod modCrop">
          <ac:chgData name="정우빈 (Woobin Jeong)" userId="6e151ed6-5560-4d6e-b1b4-7d5a21059915" providerId="ADAL" clId="{6BB1C7AA-0850-4498-9894-A52CE203F18D}" dt="2025-09-11T06:55:52.779" v="3257" actId="1076"/>
          <ac:picMkLst>
            <pc:docMk/>
            <pc:sldMk cId="2842138808" sldId="259"/>
            <ac:picMk id="11" creationId="{508522EF-ED2D-0506-DC93-836C90ECDAFC}"/>
          </ac:picMkLst>
        </pc:picChg>
        <pc:picChg chg="add mod">
          <ac:chgData name="정우빈 (Woobin Jeong)" userId="6e151ed6-5560-4d6e-b1b4-7d5a21059915" providerId="ADAL" clId="{6BB1C7AA-0850-4498-9894-A52CE203F18D}" dt="2025-09-11T06:55:52.779" v="3257" actId="1076"/>
          <ac:picMkLst>
            <pc:docMk/>
            <pc:sldMk cId="2842138808" sldId="259"/>
            <ac:picMk id="12" creationId="{7D947377-AE65-FB2F-8AE1-BD7DF5792980}"/>
          </ac:picMkLst>
        </pc:picChg>
        <pc:picChg chg="add del mod">
          <ac:chgData name="정우빈 (Woobin Jeong)" userId="6e151ed6-5560-4d6e-b1b4-7d5a21059915" providerId="ADAL" clId="{6BB1C7AA-0850-4498-9894-A52CE203F18D}" dt="2025-09-11T06:56:49.067" v="3262" actId="478"/>
          <ac:picMkLst>
            <pc:docMk/>
            <pc:sldMk cId="2842138808" sldId="259"/>
            <ac:picMk id="14" creationId="{056516B5-D0F0-ED27-D4DE-A6F949A81F0A}"/>
          </ac:picMkLst>
        </pc:picChg>
      </pc:sldChg>
      <pc:sldChg chg="add del">
        <pc:chgData name="정우빈 (Woobin Jeong)" userId="6e151ed6-5560-4d6e-b1b4-7d5a21059915" providerId="ADAL" clId="{6BB1C7AA-0850-4498-9894-A52CE203F18D}" dt="2025-09-11T06:51:45.634" v="3175"/>
        <pc:sldMkLst>
          <pc:docMk/>
          <pc:sldMk cId="1793234593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75540-BE3D-479B-AD58-EEBFF76248D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B12FF-B767-499D-B9F2-2EEF61E4C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10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B12FF-B767-499D-B9F2-2EEF61E4CA1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44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특히 </a:t>
            </a:r>
            <a:r>
              <a:rPr lang="en-US" altLang="ko-KR" dirty="0"/>
              <a:t>2024</a:t>
            </a:r>
            <a:r>
              <a:rPr lang="ko-KR" altLang="en-US" dirty="0"/>
              <a:t>년에 발표된 </a:t>
            </a:r>
            <a:r>
              <a:rPr lang="en-US" altLang="ko-KR" b="1" dirty="0"/>
              <a:t>CAPTAIN</a:t>
            </a:r>
            <a:r>
              <a:rPr lang="ko-KR" altLang="en-US" dirty="0"/>
              <a:t> 모델은 단일 모델 기반의 </a:t>
            </a:r>
            <a:r>
              <a:rPr lang="en-US" altLang="ko-KR" dirty="0"/>
              <a:t>Confidence</a:t>
            </a:r>
            <a:r>
              <a:rPr lang="ko-KR" altLang="en-US" dirty="0"/>
              <a:t>를 제시하는데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저희 </a:t>
            </a:r>
            <a:r>
              <a:rPr lang="en-US" altLang="ko-KR" b="1" dirty="0"/>
              <a:t>Bayes-GNE</a:t>
            </a:r>
            <a:r>
              <a:rPr lang="ko-KR" altLang="en-US" dirty="0"/>
              <a:t>는 </a:t>
            </a:r>
            <a:r>
              <a:rPr lang="ko-KR" altLang="en-US" b="1" dirty="0"/>
              <a:t>서로 다른 구조를 가진 여러 전문가 모델의 의견을 종합하는 앙상블 방식</a:t>
            </a:r>
            <a:r>
              <a:rPr lang="ko-KR" altLang="en-US" dirty="0"/>
              <a:t>을 사용하기 때문에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특정 데이터 분포에 치우치지 않는 더 </a:t>
            </a:r>
            <a:r>
              <a:rPr lang="ko-KR" altLang="en-US" b="1" dirty="0"/>
              <a:t>안정적이고 일반화된 신뢰도</a:t>
            </a:r>
            <a:r>
              <a:rPr lang="ko-KR" altLang="en-US" dirty="0"/>
              <a:t>를 제공할 잠재력을 가지고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이는 실제 신약 개발 과정에서 발생하는 다양한 </a:t>
            </a:r>
            <a:r>
              <a:rPr lang="en-US" altLang="ko-KR" dirty="0"/>
              <a:t>'unseen' </a:t>
            </a:r>
            <a:r>
              <a:rPr lang="ko-KR" altLang="en-US" dirty="0"/>
              <a:t>데이터에 대해 더 신뢰할 수 있는 가이드를 제공할 수 있음을 의미합니다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B12FF-B767-499D-B9F2-2EEF61E4CA1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260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E3F7-0404-32C7-B24A-5803FE51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0990AB-5D8F-6A44-E0DA-744A8031F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570D1D-B59D-94FF-A50D-3F23DEBD6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특히 </a:t>
            </a:r>
            <a:r>
              <a:rPr lang="en-US" altLang="ko-KR" dirty="0"/>
              <a:t>2024</a:t>
            </a:r>
            <a:r>
              <a:rPr lang="ko-KR" altLang="en-US" dirty="0"/>
              <a:t>년에 발표된 </a:t>
            </a:r>
            <a:r>
              <a:rPr lang="en-US" altLang="ko-KR" b="1" dirty="0"/>
              <a:t>CAPTAIN</a:t>
            </a:r>
            <a:r>
              <a:rPr lang="ko-KR" altLang="en-US" dirty="0"/>
              <a:t> 모델은 단일 모델 기반의 </a:t>
            </a:r>
            <a:r>
              <a:rPr lang="en-US" altLang="ko-KR" dirty="0"/>
              <a:t>Confidence</a:t>
            </a:r>
            <a:r>
              <a:rPr lang="ko-KR" altLang="en-US" dirty="0"/>
              <a:t>를 제시하는데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저희 </a:t>
            </a:r>
            <a:r>
              <a:rPr lang="en-US" altLang="ko-KR" b="1" dirty="0"/>
              <a:t>Bayes-GNE</a:t>
            </a:r>
            <a:r>
              <a:rPr lang="ko-KR" altLang="en-US" dirty="0"/>
              <a:t>는 </a:t>
            </a:r>
            <a:r>
              <a:rPr lang="ko-KR" altLang="en-US" b="1" dirty="0"/>
              <a:t>서로 다른 구조를 가진 여러 전문가 모델의 의견을 종합하는 앙상블 방식</a:t>
            </a:r>
            <a:r>
              <a:rPr lang="ko-KR" altLang="en-US" dirty="0"/>
              <a:t>을 사용하기 때문에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특정 데이터 분포에 치우치지 않는 더 </a:t>
            </a:r>
            <a:r>
              <a:rPr lang="ko-KR" altLang="en-US" b="1" dirty="0"/>
              <a:t>안정적이고 일반화된 신뢰도</a:t>
            </a:r>
            <a:r>
              <a:rPr lang="ko-KR" altLang="en-US" dirty="0"/>
              <a:t>를 제공할 잠재력을 가지고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이는 실제 신약 개발 과정에서 발생하는 다양한 </a:t>
            </a:r>
            <a:r>
              <a:rPr lang="en-US" altLang="ko-KR" dirty="0"/>
              <a:t>'unseen' </a:t>
            </a:r>
            <a:r>
              <a:rPr lang="ko-KR" altLang="en-US" dirty="0"/>
              <a:t>데이터에 대해 더 신뢰할 수 있는 가이드를 제공할 수 있음을 의미합니다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CB01D-7704-C074-7114-C63526F26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B12FF-B767-499D-B9F2-2EEF61E4CA1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41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3D448-8D0E-8526-54E9-79B255A28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9B4212-BDA8-6C31-F8BE-2D891842D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53E8C8-86F2-F551-AD31-BAF8D573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518330-B168-4FC6-9197-DB1A77D5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E079D-7B74-DB33-7626-740A78BA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85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D13A5-F445-45B7-6AA2-A1C23030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4086CB-E610-15E4-305D-8528FFF44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0B150-DA63-F7A3-33A5-892AE2AF0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D7EB75-C498-3B1C-2CE3-4783FAA0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7300E-170E-5B09-C207-5DD896FE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37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B97B2-F8B8-2B4C-8F56-7085E1B6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58F0B2-3962-F3F9-30C7-DDB927B9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4B215F-E13A-5EEC-C98A-4D226B0F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2AF32E-7054-706E-AC2D-47F7E7E8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B6397-E402-1AC7-FA67-EE028CA0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99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844EA-8ED2-0F3F-ECF8-C02BCF3E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9A85C-0416-52EC-4FFD-0C3AB410C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66B854-A01D-F4D8-6945-6AEDE7061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17A88B-A870-5C07-7894-C81F48AD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65FC20-06F4-458D-4D99-506DE542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0B53DE-CFB1-33AD-D389-B94B705E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8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93535-3B32-4661-E475-A21D2570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79E4FA-DFB9-CAC6-E114-58E774CE3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81AE8-1005-0931-C10D-253FF6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623CB6-4E49-7A3F-21E6-8AFE6F1DF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21B05E-6637-5A5D-6DF7-421E51A24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91A0982-F5EB-AB46-39E8-49A03852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8C4E1B-118F-D42F-39DD-8C8B9219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9C1C8A-77B8-5F0F-7D45-9271B608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57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8AE90-0A11-4834-45DA-C806235D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5E3DDD-DCD9-5580-ACAA-1050333C8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E0EAF2-877E-E470-72A0-BAB9761B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C77B7C-F2CA-014F-0EF4-881D7F7B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59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529519-61A2-DE58-17EB-534C5233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39DC1A-A5B3-6A69-06AB-0F1E918F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D080D-C179-E679-13E1-B09415DE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1EE5F-05E8-34E6-64BA-04F769FC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514A7-B23B-42F5-4676-3F276C4A2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865E20-4DDD-5BC9-84B3-143742473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378ED2-29C7-8E03-6148-BC8CEAE9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1F8F45-5E46-7E9E-2E32-846A51E3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74D277-15F3-91EE-94EC-1726E201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10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9199B-7873-D690-11FC-EC5D8EC6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1A38C7-CF14-3289-EA9B-9094282F3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587B98-1037-C3A9-3497-295DE442F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783D8-3F7F-F8C6-DD78-24029E23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307C2C-0A8C-0A39-4BC1-036C27DC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F1C523-81A4-E902-8FA8-E5A85F27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94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9241C-1D79-FF4A-60B5-9B8EEDC0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BFA90A-6F10-6679-FD91-EB48F732B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1E7EE-F1B0-CF66-517C-FD18CBA6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3D7EA-3F3D-0064-F2CB-9464E185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2AE3D3-B4EB-586C-8C80-FCA644A7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49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0CDFE8-9A56-4022-1338-DBF2511ED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344EA0-06CF-8D2E-861E-E9FB1F18B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7B2000-94AC-A65F-7241-6A6C83736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1DF52-90A3-D7D0-48F7-2B22DEBB7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C0151A-2075-CFA4-761A-B0EA270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29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B92F25-7EAA-A9E1-CFE3-F24E3F1C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80EA1A-7343-F37E-3264-EEB6A353F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17875-8948-1FDB-700E-0593F5F7A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24B2C-5323-4E51-BFFF-3CB9213B5057}" type="datetimeFigureOut">
              <a:rPr lang="ko-KR" altLang="en-US" smtClean="0"/>
              <a:t>2025-09-13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259F81-0DD4-DF7B-1229-5943EF2F7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9E567-5512-191D-74E6-5D910AEBA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A3C3B-23EC-421B-8013-35F6E17EC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83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26AE9A-AC3A-433A-8ED7-F5E24CD0884F}"/>
              </a:ext>
            </a:extLst>
          </p:cNvPr>
          <p:cNvSpPr txBox="1"/>
          <p:nvPr/>
        </p:nvSpPr>
        <p:spPr>
          <a:xfrm>
            <a:off x="1072578" y="289679"/>
            <a:ext cx="9264844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[ 49 Node Features ]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1. Atom type : </a:t>
            </a:r>
            <a:r>
              <a:rPr lang="pt-BR" altLang="ko-KR" sz="1600" dirty="0"/>
              <a:t>H, B, C, N, O, F, P, S, Cl, Br, I, Fe, Zn, Mg, Ca, Na, K, OTHER (18)</a:t>
            </a:r>
          </a:p>
          <a:p>
            <a:r>
              <a:rPr lang="pt-BR" altLang="ko-KR" sz="1600" dirty="0"/>
              <a:t>    2. Hybridization : </a:t>
            </a:r>
            <a:r>
              <a:rPr lang="en-US" altLang="ko-KR" sz="1600" dirty="0"/>
              <a:t>SP3, SP2, SP, S, SP3D, SP3D2, OTHER (7)</a:t>
            </a:r>
          </a:p>
          <a:p>
            <a:r>
              <a:rPr lang="en-US" altLang="ko-KR" sz="1600" dirty="0"/>
              <a:t>    3. Total Degree : 0, 1, 2, 3, 4, &gt;5 (6)</a:t>
            </a:r>
          </a:p>
          <a:p>
            <a:r>
              <a:rPr lang="en-US" altLang="ko-KR" sz="1600" dirty="0"/>
              <a:t>    4. Total Num H : 0, 1, 2, 3, &gt;4 (5)</a:t>
            </a:r>
          </a:p>
          <a:p>
            <a:r>
              <a:rPr lang="en-US" altLang="ko-KR" sz="1600" dirty="0"/>
              <a:t>    5. Chirality : OTHER, CCW (</a:t>
            </a:r>
            <a:r>
              <a:rPr lang="ko-KR" altLang="en-US" sz="1600" dirty="0"/>
              <a:t>반시계 방향</a:t>
            </a:r>
            <a:r>
              <a:rPr lang="en-US" altLang="ko-KR" sz="1600" dirty="0"/>
              <a:t>), CW (</a:t>
            </a:r>
            <a:r>
              <a:rPr lang="ko-KR" altLang="en-US" sz="1600" dirty="0"/>
              <a:t>시계 방향</a:t>
            </a:r>
            <a:r>
              <a:rPr lang="en-US" altLang="ko-KR" sz="1600" dirty="0"/>
              <a:t>), UNSPECIFIED (4)</a:t>
            </a:r>
          </a:p>
          <a:p>
            <a:r>
              <a:rPr lang="en-US" altLang="ko-KR" sz="1600" dirty="0"/>
              <a:t>    6. Basic properties : Aromatic, </a:t>
            </a:r>
            <a:r>
              <a:rPr lang="en-US" altLang="ko-KR" sz="1600" dirty="0" err="1"/>
              <a:t>IsInRing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FormalCharge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Nu,RadicalElectrons</a:t>
            </a:r>
            <a:r>
              <a:rPr lang="en-US" altLang="ko-KR" sz="1600" dirty="0"/>
              <a:t> (4)</a:t>
            </a:r>
          </a:p>
          <a:p>
            <a:r>
              <a:rPr lang="en-US" altLang="ko-KR" sz="1600" dirty="0"/>
              <a:t>    7. </a:t>
            </a:r>
            <a:r>
              <a:rPr lang="en-US" altLang="ko-KR" sz="1600" dirty="0" err="1"/>
              <a:t>Pharmaco</a:t>
            </a:r>
            <a:r>
              <a:rPr lang="en-US" altLang="ko-KR" sz="1600" dirty="0"/>
              <a:t> properties : H donor, H acceptor, Halogen, Metal, Polar (5)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[ 71 Additional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Node Features ]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1. </a:t>
            </a:r>
            <a:r>
              <a:rPr lang="en-US" altLang="ko-KR" sz="1600" dirty="0" err="1"/>
              <a:t>Gasteiger</a:t>
            </a:r>
            <a:r>
              <a:rPr lang="en-US" altLang="ko-KR" sz="1600" dirty="0"/>
              <a:t> charge (</a:t>
            </a:r>
            <a:r>
              <a:rPr lang="ko-KR" altLang="en-US" sz="1600" dirty="0" err="1"/>
              <a:t>가우시안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임베딩</a:t>
            </a:r>
            <a:r>
              <a:rPr lang="en-US" altLang="ko-KR" sz="1600" dirty="0"/>
              <a:t>, 11)</a:t>
            </a:r>
          </a:p>
          <a:p>
            <a:r>
              <a:rPr lang="en-US" altLang="ko-KR" sz="1600" dirty="0"/>
              <a:t>    2. Atomic properties (</a:t>
            </a:r>
            <a:r>
              <a:rPr lang="ko-KR" altLang="en-US" sz="1600" dirty="0" err="1"/>
              <a:t>가우시안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임베딩</a:t>
            </a:r>
            <a:r>
              <a:rPr lang="en-US" altLang="ko-KR" sz="1600" dirty="0"/>
              <a:t>, 30)</a:t>
            </a:r>
          </a:p>
          <a:p>
            <a:r>
              <a:rPr lang="en-US" altLang="ko-KR" sz="1600" dirty="0"/>
              <a:t>    3. Atomic mass (</a:t>
            </a:r>
            <a:r>
              <a:rPr lang="ko-KR" altLang="en-US" sz="1600" dirty="0" err="1"/>
              <a:t>가우시안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임베딩</a:t>
            </a:r>
            <a:r>
              <a:rPr lang="en-US" altLang="ko-KR" sz="1600" dirty="0"/>
              <a:t>, 21)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4. HER2 Hinge motif </a:t>
            </a:r>
            <a:r>
              <a:rPr lang="ko-KR" altLang="en-US" sz="1600" dirty="0"/>
              <a:t>여부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퀴나졸린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피리미딘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퓨린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피롤로피리미딘</a:t>
            </a:r>
            <a:r>
              <a:rPr lang="en-US" altLang="ko-KR" sz="1600" dirty="0"/>
              <a:t>) (4)</a:t>
            </a:r>
          </a:p>
          <a:p>
            <a:r>
              <a:rPr lang="en-US" altLang="ko-KR" sz="1600" dirty="0"/>
              <a:t>    5. Cys805 </a:t>
            </a:r>
            <a:r>
              <a:rPr lang="ko-KR" altLang="en-US" sz="1600" dirty="0"/>
              <a:t>공유결합 </a:t>
            </a:r>
            <a:r>
              <a:rPr lang="ko-KR" altLang="en-US" sz="1600" dirty="0" err="1"/>
              <a:t>워헤드</a:t>
            </a:r>
            <a:r>
              <a:rPr lang="ko-KR" altLang="en-US" sz="1600" dirty="0"/>
              <a:t> </a:t>
            </a:r>
            <a:r>
              <a:rPr lang="en-US" altLang="ko-KR" sz="1600" dirty="0"/>
              <a:t>C=CC(=O)N</a:t>
            </a:r>
            <a:r>
              <a:rPr lang="ko-KR" altLang="en-US" sz="1600" dirty="0"/>
              <a:t> 가졌는지 여부 </a:t>
            </a:r>
            <a:r>
              <a:rPr lang="en-US" altLang="ko-KR" sz="1600" dirty="0"/>
              <a:t>(1)</a:t>
            </a:r>
          </a:p>
          <a:p>
            <a:r>
              <a:rPr lang="en-US" altLang="ko-KR" sz="1600" dirty="0"/>
              <a:t>    6. Met801, Cys805, Asp863, Ser783 </a:t>
            </a:r>
            <a:r>
              <a:rPr lang="ko-KR" altLang="en-US" sz="1600" dirty="0"/>
              <a:t>과의 거리 및 상호작용 </a:t>
            </a:r>
            <a:r>
              <a:rPr lang="en-US" altLang="ko-KR" sz="1600" dirty="0"/>
              <a:t>(4)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[ 12 Edge Features ]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1. Bond type :  Single, Aromatic, Double, Triple (4)</a:t>
            </a:r>
          </a:p>
          <a:p>
            <a:r>
              <a:rPr lang="en-US" altLang="ko-KR" sz="1600" dirty="0"/>
              <a:t>    2. Stereo type : STEREOANY, STEREOCIS, STEREOE, STEREONONE, STEREOTRANS, STEREOZ (6)</a:t>
            </a:r>
          </a:p>
          <a:p>
            <a:r>
              <a:rPr lang="en-US" altLang="ko-KR" sz="1600" dirty="0"/>
              <a:t>    3. Structural : </a:t>
            </a:r>
            <a:r>
              <a:rPr lang="en-US" altLang="ko-KR" sz="1600" dirty="0" err="1"/>
              <a:t>IsInRing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IsConjugated</a:t>
            </a:r>
            <a:r>
              <a:rPr lang="en-US" altLang="ko-KR" sz="1600" dirty="0"/>
              <a:t> (2)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B775DF-5132-4952-A403-B57C082FCA2D}"/>
              </a:ext>
            </a:extLst>
          </p:cNvPr>
          <p:cNvSpPr/>
          <p:nvPr/>
        </p:nvSpPr>
        <p:spPr>
          <a:xfrm>
            <a:off x="10770236" y="12303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/>
              <a:t>넣어준것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724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A4CBE-8A8D-F83F-11EF-3267FE90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D13DD0D-34F0-2E8D-B31F-FFD547839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049590"/>
              </p:ext>
            </p:extLst>
          </p:nvPr>
        </p:nvGraphicFramePr>
        <p:xfrm>
          <a:off x="934573" y="325770"/>
          <a:ext cx="2254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850">
                  <a:extLst>
                    <a:ext uri="{9D8B030D-6E8A-4147-A177-3AD203B41FA5}">
                      <a16:colId xmlns:a16="http://schemas.microsoft.com/office/drawing/2014/main" val="164881661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329165206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81120001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173491374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44949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751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86B770-2179-ACD9-C7BC-F085FF4757FE}"/>
              </a:ext>
            </a:extLst>
          </p:cNvPr>
          <p:cNvSpPr txBox="1"/>
          <p:nvPr/>
        </p:nvSpPr>
        <p:spPr>
          <a:xfrm>
            <a:off x="738357" y="863377"/>
            <a:ext cx="264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120 Node Features 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9F7C389-F013-3539-0B1E-D789D1A69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660261"/>
              </p:ext>
            </p:extLst>
          </p:nvPr>
        </p:nvGraphicFramePr>
        <p:xfrm>
          <a:off x="3900511" y="325770"/>
          <a:ext cx="2254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850">
                  <a:extLst>
                    <a:ext uri="{9D8B030D-6E8A-4147-A177-3AD203B41FA5}">
                      <a16:colId xmlns:a16="http://schemas.microsoft.com/office/drawing/2014/main" val="164881661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329165206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81120001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173491374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44949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751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C8075D-3FBE-D6CC-BEB2-0E135B4BB26C}"/>
              </a:ext>
            </a:extLst>
          </p:cNvPr>
          <p:cNvSpPr txBox="1"/>
          <p:nvPr/>
        </p:nvSpPr>
        <p:spPr>
          <a:xfrm>
            <a:off x="3977834" y="863377"/>
            <a:ext cx="2099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12 Edge Features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4FF43-9D1B-CB54-965E-A985CABE9604}"/>
              </a:ext>
            </a:extLst>
          </p:cNvPr>
          <p:cNvSpPr txBox="1"/>
          <p:nvPr/>
        </p:nvSpPr>
        <p:spPr>
          <a:xfrm>
            <a:off x="1285435" y="2057415"/>
            <a:ext cx="2099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Train (6)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4AC57-81D5-A66A-A2AF-191F23516A44}"/>
              </a:ext>
            </a:extLst>
          </p:cNvPr>
          <p:cNvSpPr txBox="1"/>
          <p:nvPr/>
        </p:nvSpPr>
        <p:spPr>
          <a:xfrm>
            <a:off x="4249277" y="2057415"/>
            <a:ext cx="967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Val (2)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F81FE-30D8-1676-F3BD-BA068658C5C9}"/>
              </a:ext>
            </a:extLst>
          </p:cNvPr>
          <p:cNvSpPr txBox="1"/>
          <p:nvPr/>
        </p:nvSpPr>
        <p:spPr>
          <a:xfrm>
            <a:off x="5416256" y="2057415"/>
            <a:ext cx="967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Test (2)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2C1924-EB3C-A521-642D-85BABECDF481}"/>
              </a:ext>
            </a:extLst>
          </p:cNvPr>
          <p:cNvSpPr/>
          <p:nvPr/>
        </p:nvSpPr>
        <p:spPr>
          <a:xfrm>
            <a:off x="554893" y="211015"/>
            <a:ext cx="5905204" cy="1021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C98B9D83-2A1C-903F-0BCD-93D224B7467F}"/>
              </a:ext>
            </a:extLst>
          </p:cNvPr>
          <p:cNvSpPr/>
          <p:nvPr/>
        </p:nvSpPr>
        <p:spPr>
          <a:xfrm>
            <a:off x="554785" y="1237957"/>
            <a:ext cx="5905312" cy="794784"/>
          </a:xfrm>
          <a:custGeom>
            <a:avLst/>
            <a:gdLst>
              <a:gd name="connsiteX0" fmla="*/ 0 w 5500468"/>
              <a:gd name="connsiteY0" fmla="*/ 0 h 759655"/>
              <a:gd name="connsiteX1" fmla="*/ 154745 w 5500468"/>
              <a:gd name="connsiteY1" fmla="*/ 745588 h 759655"/>
              <a:gd name="connsiteX2" fmla="*/ 1195754 w 5500468"/>
              <a:gd name="connsiteY2" fmla="*/ 759655 h 759655"/>
              <a:gd name="connsiteX3" fmla="*/ 5500468 w 5500468"/>
              <a:gd name="connsiteY3" fmla="*/ 14068 h 759655"/>
              <a:gd name="connsiteX4" fmla="*/ 0 w 5500468"/>
              <a:gd name="connsiteY4" fmla="*/ 0 h 759655"/>
              <a:gd name="connsiteX0" fmla="*/ 0 w 5500468"/>
              <a:gd name="connsiteY0" fmla="*/ 0 h 759655"/>
              <a:gd name="connsiteX1" fmla="*/ 23709 w 5500468"/>
              <a:gd name="connsiteY1" fmla="*/ 745588 h 759655"/>
              <a:gd name="connsiteX2" fmla="*/ 1195754 w 5500468"/>
              <a:gd name="connsiteY2" fmla="*/ 759655 h 759655"/>
              <a:gd name="connsiteX3" fmla="*/ 5500468 w 5500468"/>
              <a:gd name="connsiteY3" fmla="*/ 14068 h 759655"/>
              <a:gd name="connsiteX4" fmla="*/ 0 w 5500468"/>
              <a:gd name="connsiteY4" fmla="*/ 0 h 759655"/>
              <a:gd name="connsiteX0" fmla="*/ 4682 w 5505150"/>
              <a:gd name="connsiteY0" fmla="*/ 0 h 759655"/>
              <a:gd name="connsiteX1" fmla="*/ 0 w 5505150"/>
              <a:gd name="connsiteY1" fmla="*/ 735999 h 759655"/>
              <a:gd name="connsiteX2" fmla="*/ 1200436 w 5505150"/>
              <a:gd name="connsiteY2" fmla="*/ 759655 h 759655"/>
              <a:gd name="connsiteX3" fmla="*/ 5505150 w 5505150"/>
              <a:gd name="connsiteY3" fmla="*/ 14068 h 759655"/>
              <a:gd name="connsiteX4" fmla="*/ 4682 w 5505150"/>
              <a:gd name="connsiteY4" fmla="*/ 0 h 759655"/>
              <a:gd name="connsiteX0" fmla="*/ 4682 w 5505150"/>
              <a:gd name="connsiteY0" fmla="*/ 0 h 750067"/>
              <a:gd name="connsiteX1" fmla="*/ 0 w 5505150"/>
              <a:gd name="connsiteY1" fmla="*/ 735999 h 750067"/>
              <a:gd name="connsiteX2" fmla="*/ 3443320 w 5505150"/>
              <a:gd name="connsiteY2" fmla="*/ 750067 h 750067"/>
              <a:gd name="connsiteX3" fmla="*/ 5505150 w 5505150"/>
              <a:gd name="connsiteY3" fmla="*/ 14068 h 750067"/>
              <a:gd name="connsiteX4" fmla="*/ 4682 w 5505150"/>
              <a:gd name="connsiteY4" fmla="*/ 0 h 750067"/>
              <a:gd name="connsiteX0" fmla="*/ 100 w 5500568"/>
              <a:gd name="connsiteY0" fmla="*/ 0 h 750067"/>
              <a:gd name="connsiteX1" fmla="*/ 14345 w 5500568"/>
              <a:gd name="connsiteY1" fmla="*/ 745587 h 750067"/>
              <a:gd name="connsiteX2" fmla="*/ 3438738 w 5500568"/>
              <a:gd name="connsiteY2" fmla="*/ 750067 h 750067"/>
              <a:gd name="connsiteX3" fmla="*/ 5500568 w 5500568"/>
              <a:gd name="connsiteY3" fmla="*/ 14068 h 750067"/>
              <a:gd name="connsiteX4" fmla="*/ 100 w 5500568"/>
              <a:gd name="connsiteY4" fmla="*/ 0 h 75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0568" h="750067">
                <a:moveTo>
                  <a:pt x="100" y="0"/>
                </a:moveTo>
                <a:cubicBezTo>
                  <a:pt x="-1461" y="245333"/>
                  <a:pt x="15906" y="500254"/>
                  <a:pt x="14345" y="745587"/>
                </a:cubicBezTo>
                <a:lnTo>
                  <a:pt x="3438738" y="750067"/>
                </a:lnTo>
                <a:lnTo>
                  <a:pt x="5500568" y="14068"/>
                </a:lnTo>
                <a:lnTo>
                  <a:pt x="10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7DC74A5-FC1E-70F1-516B-B1F8B3673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347195"/>
              </p:ext>
            </p:extLst>
          </p:nvPr>
        </p:nvGraphicFramePr>
        <p:xfrm>
          <a:off x="554893" y="3352855"/>
          <a:ext cx="1426307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307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SiLU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-GCN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7821BE6-3E99-F3FC-0188-1C15CB9F8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44961"/>
              </p:ext>
            </p:extLst>
          </p:nvPr>
        </p:nvGraphicFramePr>
        <p:xfrm>
          <a:off x="554893" y="4012056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D07BE7C5-73A9-6531-70EA-88E006F50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117962"/>
              </p:ext>
            </p:extLst>
          </p:nvPr>
        </p:nvGraphicFramePr>
        <p:xfrm>
          <a:off x="554892" y="4814279"/>
          <a:ext cx="6002753" cy="826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2753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826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Monte – Carlo Bayesian-like Regression</a:t>
                      </a: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(Concordance correlation coefficient loss)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5948556-EB4A-8629-FD60-82A2AFA32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54984"/>
              </p:ext>
            </p:extLst>
          </p:nvPr>
        </p:nvGraphicFramePr>
        <p:xfrm>
          <a:off x="1557525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18E9D05-F37B-37FB-F06E-51A706CA9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225508"/>
              </p:ext>
            </p:extLst>
          </p:nvPr>
        </p:nvGraphicFramePr>
        <p:xfrm>
          <a:off x="1054803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540A3A6-C92C-7190-206F-E39FA0BB5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577695"/>
              </p:ext>
            </p:extLst>
          </p:nvPr>
        </p:nvGraphicFramePr>
        <p:xfrm>
          <a:off x="554892" y="5892152"/>
          <a:ext cx="178034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344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Vina-like score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81F8B3AA-C636-22E6-4D4E-4922B1EBA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07359"/>
              </p:ext>
            </p:extLst>
          </p:nvPr>
        </p:nvGraphicFramePr>
        <p:xfrm>
          <a:off x="2518385" y="5892151"/>
          <a:ext cx="178034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344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GNINA-like score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8BA7CDD1-163A-8884-923C-7FA45AAB6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467326"/>
              </p:ext>
            </p:extLst>
          </p:nvPr>
        </p:nvGraphicFramePr>
        <p:xfrm>
          <a:off x="4481879" y="5892150"/>
          <a:ext cx="207576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76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Rank </a:t>
                      </a: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confidence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21056322-93E5-3B4C-BE08-63E37ADBCA9A}"/>
              </a:ext>
            </a:extLst>
          </p:cNvPr>
          <p:cNvSpPr txBox="1"/>
          <p:nvPr/>
        </p:nvSpPr>
        <p:spPr>
          <a:xfrm>
            <a:off x="6989491" y="456319"/>
            <a:ext cx="496448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 err="1"/>
              <a:t>차별점</a:t>
            </a:r>
            <a:r>
              <a:rPr lang="en-US" altLang="ko-KR" b="1" dirty="0"/>
              <a:t>]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Gaussian Embedding</a:t>
            </a:r>
            <a:r>
              <a:rPr lang="ko-KR" altLang="en-US" b="1" dirty="0"/>
              <a:t>을 기반으로</a:t>
            </a:r>
            <a:br>
              <a:rPr lang="en-US" altLang="ko-KR" b="1" dirty="0"/>
            </a:br>
            <a:r>
              <a:rPr lang="en-US" altLang="ko-KR" b="1" dirty="0"/>
              <a:t>TKI</a:t>
            </a:r>
            <a:r>
              <a:rPr lang="ko-KR" altLang="en-US" b="1" dirty="0"/>
              <a:t>에 중요한 정전기적 상호작용 포함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Self-Gating Activation Function</a:t>
            </a:r>
            <a:r>
              <a:rPr lang="ko-KR" altLang="en-US" b="1" dirty="0"/>
              <a:t>으로</a:t>
            </a:r>
            <a:br>
              <a:rPr lang="en-US" altLang="ko-KR" b="1" dirty="0"/>
            </a:br>
            <a:r>
              <a:rPr lang="en-US" altLang="ko-KR" b="1" dirty="0"/>
              <a:t>GNN</a:t>
            </a:r>
            <a:r>
              <a:rPr lang="ko-KR" altLang="en-US" b="1" dirty="0"/>
              <a:t>을 통과한 </a:t>
            </a:r>
            <a:r>
              <a:rPr lang="en-US" altLang="ko-KR" b="1" dirty="0"/>
              <a:t>sparse </a:t>
            </a:r>
            <a:r>
              <a:rPr lang="ko-KR" altLang="en-US" b="1" dirty="0"/>
              <a:t>→ </a:t>
            </a:r>
            <a:r>
              <a:rPr lang="en-US" altLang="ko-KR" b="1" dirty="0"/>
              <a:t>dense </a:t>
            </a:r>
            <a:r>
              <a:rPr lang="ko-KR" altLang="en-US" b="1" dirty="0"/>
              <a:t>정보를</a:t>
            </a:r>
            <a:br>
              <a:rPr lang="en-US" altLang="ko-KR" b="1" dirty="0"/>
            </a:br>
            <a:r>
              <a:rPr lang="en-US" altLang="ko-KR" b="1" dirty="0"/>
              <a:t>All or Not</a:t>
            </a:r>
            <a:r>
              <a:rPr lang="ko-KR" altLang="en-US" b="1" dirty="0"/>
              <a:t>가 아닌</a:t>
            </a:r>
            <a:r>
              <a:rPr lang="en-US" altLang="ko-KR" b="1" dirty="0"/>
              <a:t>, Gate</a:t>
            </a:r>
            <a:r>
              <a:rPr lang="ko-KR" altLang="en-US" b="1" dirty="0"/>
              <a:t>로 조절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FC</a:t>
            </a:r>
            <a:r>
              <a:rPr lang="ko-KR" altLang="en-US" b="1" dirty="0"/>
              <a:t> </a:t>
            </a:r>
            <a:r>
              <a:rPr lang="en-US" altLang="ko-KR" b="1" dirty="0"/>
              <a:t>layer</a:t>
            </a:r>
            <a:r>
              <a:rPr lang="ko-KR" altLang="en-US" b="1" dirty="0"/>
              <a:t>에서 </a:t>
            </a:r>
            <a:r>
              <a:rPr lang="en-US" altLang="ko-KR" b="1" dirty="0"/>
              <a:t>10%</a:t>
            </a:r>
            <a:r>
              <a:rPr lang="ko-KR" altLang="en-US" b="1" dirty="0"/>
              <a:t>를 랜덤하게 끊어서</a:t>
            </a:r>
            <a:br>
              <a:rPr lang="en-US" altLang="ko-KR" b="1" dirty="0"/>
            </a:br>
            <a:r>
              <a:rPr lang="ko-KR" altLang="en-US" b="1" dirty="0"/>
              <a:t>미세한 예측 불확실성을 정량화</a:t>
            </a:r>
            <a:br>
              <a:rPr lang="en-US" altLang="ko-KR" b="1" dirty="0"/>
            </a:br>
            <a:r>
              <a:rPr lang="en-US" altLang="ko-KR" b="1" dirty="0"/>
              <a:t>= Bayesian NN</a:t>
            </a:r>
            <a:r>
              <a:rPr lang="ko-KR" altLang="en-US" b="1" dirty="0"/>
              <a:t>을 </a:t>
            </a:r>
            <a:r>
              <a:rPr lang="en-US" altLang="ko-KR" b="1" dirty="0"/>
              <a:t>approximate</a:t>
            </a:r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2</a:t>
            </a:r>
            <a:r>
              <a:rPr lang="ko-KR" altLang="en-US" b="1" dirty="0"/>
              <a:t>가지 </a:t>
            </a:r>
            <a:r>
              <a:rPr lang="en-US" altLang="ko-KR" b="1" dirty="0"/>
              <a:t>Affinity</a:t>
            </a:r>
            <a:r>
              <a:rPr lang="ko-KR" altLang="en-US" b="1" dirty="0"/>
              <a:t> </a:t>
            </a:r>
            <a:r>
              <a:rPr lang="en-US" altLang="ko-KR" b="1" dirty="0"/>
              <a:t>score</a:t>
            </a:r>
            <a:r>
              <a:rPr lang="ko-KR" altLang="en-US" b="1" dirty="0"/>
              <a:t>과 그 신뢰도를 제시</a:t>
            </a:r>
            <a:endParaRPr lang="en-US" altLang="ko-KR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8FABA53-FF48-70A6-190A-059BA6648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51124"/>
              </p:ext>
            </p:extLst>
          </p:nvPr>
        </p:nvGraphicFramePr>
        <p:xfrm>
          <a:off x="2087175" y="3352855"/>
          <a:ext cx="1426307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307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SiLU-GATv2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8432362-F195-0B84-27CB-C5843A894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017338"/>
              </p:ext>
            </p:extLst>
          </p:nvPr>
        </p:nvGraphicFramePr>
        <p:xfrm>
          <a:off x="2087175" y="4012056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A803CCF-5F45-B6A2-3EC9-F25B8B92B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201831"/>
              </p:ext>
            </p:extLst>
          </p:nvPr>
        </p:nvGraphicFramePr>
        <p:xfrm>
          <a:off x="3089807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FD6D1FD-0D71-D8D8-3FCA-086FFCBE7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753128"/>
              </p:ext>
            </p:extLst>
          </p:nvPr>
        </p:nvGraphicFramePr>
        <p:xfrm>
          <a:off x="2587085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8C4FEF0-9C57-DAA7-7740-01C762DC1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122589"/>
              </p:ext>
            </p:extLst>
          </p:nvPr>
        </p:nvGraphicFramePr>
        <p:xfrm>
          <a:off x="3624188" y="3352855"/>
          <a:ext cx="1426307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307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Transformer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54CED17-2557-91FC-6DB8-0E3C00D61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848559"/>
              </p:ext>
            </p:extLst>
          </p:nvPr>
        </p:nvGraphicFramePr>
        <p:xfrm>
          <a:off x="3624188" y="4012056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3D5C306-A11A-18BD-C1F8-844CA6910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353212"/>
              </p:ext>
            </p:extLst>
          </p:nvPr>
        </p:nvGraphicFramePr>
        <p:xfrm>
          <a:off x="4626820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FDB888A-73FA-C9ED-2708-B135FDAAE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27035"/>
              </p:ext>
            </p:extLst>
          </p:nvPr>
        </p:nvGraphicFramePr>
        <p:xfrm>
          <a:off x="4124098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B5BC568-586F-7BEA-7FDC-CE07F2A09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846364"/>
              </p:ext>
            </p:extLst>
          </p:nvPr>
        </p:nvGraphicFramePr>
        <p:xfrm>
          <a:off x="5131339" y="3352855"/>
          <a:ext cx="1426307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307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SiLU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-GINE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678682E-F630-537A-998D-C5BFDA264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43145"/>
              </p:ext>
            </p:extLst>
          </p:nvPr>
        </p:nvGraphicFramePr>
        <p:xfrm>
          <a:off x="5131339" y="4012056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25CBF554-4919-972F-91BF-85677937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09064"/>
              </p:ext>
            </p:extLst>
          </p:nvPr>
        </p:nvGraphicFramePr>
        <p:xfrm>
          <a:off x="6133971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14AA068-0579-3DED-993A-732F58D95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01059"/>
              </p:ext>
            </p:extLst>
          </p:nvPr>
        </p:nvGraphicFramePr>
        <p:xfrm>
          <a:off x="5631249" y="4012055"/>
          <a:ext cx="408976" cy="520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76">
                  <a:extLst>
                    <a:ext uri="{9D8B030D-6E8A-4147-A177-3AD203B41FA5}">
                      <a16:colId xmlns:a16="http://schemas.microsoft.com/office/drawing/2014/main" val="205708463"/>
                    </a:ext>
                  </a:extLst>
                </a:gridCol>
              </a:tblGrid>
              <a:tr h="520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5725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F98048B4-FFB6-D2E2-8250-BC45CA483A3C}"/>
              </a:ext>
            </a:extLst>
          </p:cNvPr>
          <p:cNvSpPr/>
          <p:nvPr/>
        </p:nvSpPr>
        <p:spPr>
          <a:xfrm>
            <a:off x="554892" y="2042901"/>
            <a:ext cx="5905204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350F502-CF73-67AE-CCBC-778FA704FFF8}"/>
              </a:ext>
            </a:extLst>
          </p:cNvPr>
          <p:cNvSpPr/>
          <p:nvPr/>
        </p:nvSpPr>
        <p:spPr>
          <a:xfrm>
            <a:off x="5340057" y="2042901"/>
            <a:ext cx="1120039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F8A9A97-EB33-2DAA-1A7A-78ECDF63801F}"/>
              </a:ext>
            </a:extLst>
          </p:cNvPr>
          <p:cNvSpPr/>
          <p:nvPr/>
        </p:nvSpPr>
        <p:spPr>
          <a:xfrm>
            <a:off x="4215788" y="2042901"/>
            <a:ext cx="1120039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194A31-BBDE-4D8E-AC1C-C7C46A4C17F8}"/>
              </a:ext>
            </a:extLst>
          </p:cNvPr>
          <p:cNvSpPr/>
          <p:nvPr/>
        </p:nvSpPr>
        <p:spPr>
          <a:xfrm>
            <a:off x="476419" y="2712653"/>
            <a:ext cx="56931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분자구조 </a:t>
            </a:r>
            <a:r>
              <a:rPr lang="ko-KR" altLang="en-US" sz="1600" b="1" dirty="0" err="1"/>
              <a:t>치우지치</a:t>
            </a:r>
            <a:r>
              <a:rPr lang="ko-KR" altLang="en-US" sz="1600" b="1" dirty="0"/>
              <a:t> 않게 학습하고자</a:t>
            </a:r>
            <a:r>
              <a:rPr lang="en-US" altLang="ko-KR" sz="1600" b="1" dirty="0"/>
              <a:t>, </a:t>
            </a:r>
            <a:r>
              <a:rPr lang="en-US" altLang="ko-KR" sz="1600" b="1" dirty="0" err="1"/>
              <a:t>Murcko</a:t>
            </a:r>
            <a:r>
              <a:rPr lang="en-US" altLang="ko-KR" sz="1600" b="1" dirty="0"/>
              <a:t> Scaffold split</a:t>
            </a:r>
            <a:endParaRPr lang="ko-KR" altLang="en-US" sz="16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D32A04-9C3B-46A0-BCCB-557DA9D7C52B}"/>
              </a:ext>
            </a:extLst>
          </p:cNvPr>
          <p:cNvSpPr/>
          <p:nvPr/>
        </p:nvSpPr>
        <p:spPr>
          <a:xfrm>
            <a:off x="10877813" y="12303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/>
              <a:t>모델구성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15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5593-49C9-313D-888C-7A74C1B2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F015CB25-3E38-D4AE-1C19-CE3237C18933}"/>
              </a:ext>
            </a:extLst>
          </p:cNvPr>
          <p:cNvSpPr txBox="1"/>
          <p:nvPr/>
        </p:nvSpPr>
        <p:spPr>
          <a:xfrm>
            <a:off x="491590" y="227296"/>
            <a:ext cx="10606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 </a:t>
            </a:r>
            <a:r>
              <a:rPr lang="en-US" altLang="ko-KR" b="1" dirty="0"/>
              <a:t>O(N)</a:t>
            </a:r>
            <a:r>
              <a:rPr lang="ko-KR" altLang="en-US" b="1" dirty="0"/>
              <a:t> </a:t>
            </a:r>
            <a:r>
              <a:rPr lang="en-US" altLang="ko-KR" b="1" dirty="0"/>
              <a:t>]</a:t>
            </a:r>
          </a:p>
          <a:p>
            <a:endParaRPr lang="en-US" altLang="ko-KR" b="1" dirty="0"/>
          </a:p>
          <a:p>
            <a:r>
              <a:rPr lang="en-US" altLang="ko-KR" b="1" dirty="0"/>
              <a:t>Train Epoch 160 : (1 Epoch </a:t>
            </a:r>
            <a:r>
              <a:rPr lang="ko-KR" altLang="en-US" b="1" dirty="0"/>
              <a:t>당 약 </a:t>
            </a:r>
            <a:r>
              <a:rPr lang="en-US" altLang="ko-KR" b="1" dirty="0"/>
              <a:t>45s) </a:t>
            </a:r>
            <a:r>
              <a:rPr lang="ko-KR" altLang="en-US" b="1" dirty="0"/>
              <a:t>총 약 </a:t>
            </a:r>
            <a:r>
              <a:rPr lang="en-US" altLang="ko-KR" b="1" dirty="0"/>
              <a:t>2</a:t>
            </a:r>
            <a:r>
              <a:rPr lang="ko-KR" altLang="en-US" b="1" dirty="0"/>
              <a:t>시간</a:t>
            </a:r>
            <a:r>
              <a:rPr lang="en-US" altLang="ko-KR" b="1" dirty="0"/>
              <a:t> (Train=58,773, Val=19,591, Test=19,592)</a:t>
            </a:r>
          </a:p>
          <a:p>
            <a:endParaRPr lang="en-US" altLang="ko-KR" b="1" dirty="0"/>
          </a:p>
          <a:p>
            <a:r>
              <a:rPr lang="en-US" altLang="ko-KR" b="1" dirty="0"/>
              <a:t>Early stop </a:t>
            </a:r>
            <a:r>
              <a:rPr lang="ko-KR" altLang="en-US" b="1" dirty="0"/>
              <a:t>여부</a:t>
            </a:r>
            <a:r>
              <a:rPr lang="en-US" altLang="ko-KR" b="1" dirty="0"/>
              <a:t>: </a:t>
            </a:r>
            <a:r>
              <a:rPr lang="ko-KR" altLang="en-US" b="1" dirty="0"/>
              <a:t>평균 약 </a:t>
            </a:r>
            <a:r>
              <a:rPr lang="en-US" altLang="ko-KR" b="1" dirty="0"/>
              <a:t>160 epoch</a:t>
            </a:r>
            <a:r>
              <a:rPr lang="ko-KR" altLang="en-US" b="1" dirty="0"/>
              <a:t> </a:t>
            </a:r>
            <a:r>
              <a:rPr lang="en-US" altLang="ko-KR" b="1" dirty="0"/>
              <a:t>(1e-3</a:t>
            </a:r>
            <a:r>
              <a:rPr lang="ko-KR" altLang="en-US" b="1" dirty="0"/>
              <a:t> </a:t>
            </a:r>
            <a:r>
              <a:rPr lang="en-US" altLang="ko-KR" b="1" dirty="0" err="1"/>
              <a:t>lr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1e-5</a:t>
            </a:r>
            <a:r>
              <a:rPr lang="ko-KR" altLang="en-US" b="1" dirty="0"/>
              <a:t> </a:t>
            </a:r>
            <a:r>
              <a:rPr lang="en-US" altLang="ko-KR" b="1" dirty="0"/>
              <a:t>decay)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BFEC54-A5FC-905E-E9E6-9A37DA3E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57641"/>
              </p:ext>
            </p:extLst>
          </p:nvPr>
        </p:nvGraphicFramePr>
        <p:xfrm>
          <a:off x="491590" y="2030168"/>
          <a:ext cx="11279496" cy="3920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487">
                  <a:extLst>
                    <a:ext uri="{9D8B030D-6E8A-4147-A177-3AD203B41FA5}">
                      <a16:colId xmlns:a16="http://schemas.microsoft.com/office/drawing/2014/main" val="2188219130"/>
                    </a:ext>
                  </a:extLst>
                </a:gridCol>
                <a:gridCol w="2063900">
                  <a:extLst>
                    <a:ext uri="{9D8B030D-6E8A-4147-A177-3AD203B41FA5}">
                      <a16:colId xmlns:a16="http://schemas.microsoft.com/office/drawing/2014/main" val="2792479165"/>
                    </a:ext>
                  </a:extLst>
                </a:gridCol>
                <a:gridCol w="1210386">
                  <a:extLst>
                    <a:ext uri="{9D8B030D-6E8A-4147-A177-3AD203B41FA5}">
                      <a16:colId xmlns:a16="http://schemas.microsoft.com/office/drawing/2014/main" val="3130589780"/>
                    </a:ext>
                  </a:extLst>
                </a:gridCol>
                <a:gridCol w="1250402">
                  <a:extLst>
                    <a:ext uri="{9D8B030D-6E8A-4147-A177-3AD203B41FA5}">
                      <a16:colId xmlns:a16="http://schemas.microsoft.com/office/drawing/2014/main" val="2746570978"/>
                    </a:ext>
                  </a:extLst>
                </a:gridCol>
                <a:gridCol w="1762372">
                  <a:extLst>
                    <a:ext uri="{9D8B030D-6E8A-4147-A177-3AD203B41FA5}">
                      <a16:colId xmlns:a16="http://schemas.microsoft.com/office/drawing/2014/main" val="438492792"/>
                    </a:ext>
                  </a:extLst>
                </a:gridCol>
                <a:gridCol w="2245949">
                  <a:extLst>
                    <a:ext uri="{9D8B030D-6E8A-4147-A177-3AD203B41FA5}">
                      <a16:colId xmlns:a16="http://schemas.microsoft.com/office/drawing/2014/main" val="700703133"/>
                    </a:ext>
                  </a:extLst>
                </a:gridCol>
              </a:tblGrid>
              <a:tr h="39146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Performance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Complexity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(sec/per ligand)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Interpretability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802925"/>
                  </a:ext>
                </a:extLst>
              </a:tr>
              <a:tr h="3914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RMSE (</a:t>
                      </a:r>
                      <a:r>
                        <a:rPr lang="en-US" altLang="ko-KR" sz="1600" b="1" dirty="0" err="1">
                          <a:solidFill>
                            <a:sysClr val="windowText" lastClr="000000"/>
                          </a:solidFill>
                        </a:rPr>
                        <a:t>pKd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Pearson R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Dataset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998464"/>
                  </a:ext>
                </a:extLst>
              </a:tr>
              <a:tr h="3914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>
                          <a:solidFill>
                            <a:sysClr val="windowText" lastClr="000000"/>
                          </a:solidFill>
                        </a:rPr>
                        <a:t>Autodock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 Vina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1.8 ~ 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0.5 ~ 0.6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PDBbind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10-60 (CPU)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Empirical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Energy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998355"/>
                  </a:ext>
                </a:extLst>
              </a:tr>
              <a:tr h="3914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GNINA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1.28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(~ 0.82)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CASF-2016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5 (GPU)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CNN score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588770"/>
                  </a:ext>
                </a:extLst>
              </a:tr>
              <a:tr h="3914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IGN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~1.13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0.86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CASF-2016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1 (GPU)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18555"/>
                  </a:ext>
                </a:extLst>
              </a:tr>
              <a:tr h="3914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>
                          <a:solidFill>
                            <a:sysClr val="windowText" lastClr="000000"/>
                          </a:solidFill>
                        </a:rPr>
                        <a:t>DiffDock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~38% </a:t>
                      </a:r>
                      <a:r>
                        <a:rPr lang="en-US" altLang="ko-KR" sz="1600" dirty="0"/>
                        <a:t>(RMSD &lt; 2Å)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PDBbind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1-2 (GPU)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Pose confidence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030680"/>
                  </a:ext>
                </a:extLst>
              </a:tr>
              <a:tr h="3914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SS-GNN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1.18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0.85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PDBbind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 0.1 (GPU)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16398"/>
                  </a:ext>
                </a:extLst>
              </a:tr>
              <a:tr h="3914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CAPTAIN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1.11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0.87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LIT-PCBA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 0.1 (GPU)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Calibrated confidence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13375"/>
                  </a:ext>
                </a:extLst>
              </a:tr>
              <a:tr h="788429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Bayes-GNE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(Bayesian GNN Ensemble)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Vina    ~ 1.23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GNINA ~ 1.16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~0.59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Enamine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~ 0.8 (GPU)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Rank confidence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0104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850F80-57A9-7AD2-8A55-086B129BBD97}"/>
              </a:ext>
            </a:extLst>
          </p:cNvPr>
          <p:cNvSpPr txBox="1"/>
          <p:nvPr/>
        </p:nvSpPr>
        <p:spPr>
          <a:xfrm>
            <a:off x="491590" y="6275886"/>
            <a:ext cx="853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800" b="0" dirty="0">
                <a:solidFill>
                  <a:sysClr val="windowText" lastClr="000000"/>
                </a:solidFill>
              </a:rPr>
              <a:t>*</a:t>
            </a:r>
            <a:r>
              <a:rPr lang="en-US" altLang="ko-KR" sz="1800" b="0" dirty="0" err="1">
                <a:solidFill>
                  <a:sysClr val="windowText" lastClr="000000"/>
                </a:solidFill>
              </a:rPr>
              <a:t>PDBbind</a:t>
            </a:r>
            <a:r>
              <a:rPr lang="en-US" altLang="ko-KR" sz="1800" b="0" dirty="0">
                <a:solidFill>
                  <a:sysClr val="windowText" lastClr="000000"/>
                </a:solidFill>
              </a:rPr>
              <a:t>(19,400), CASF-2016 (285), LIT-PCBA(415,000), Enamine(97,956) 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A4265C-CA4B-4A34-8E16-25D387CFB208}"/>
              </a:ext>
            </a:extLst>
          </p:cNvPr>
          <p:cNvSpPr/>
          <p:nvPr/>
        </p:nvSpPr>
        <p:spPr>
          <a:xfrm>
            <a:off x="10877813" y="12303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성적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863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6B323-AF58-B32D-03AF-CD96FC57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9EA2FFB-B3E7-A888-F796-E5DB9B04A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18" y="3162300"/>
            <a:ext cx="6353882" cy="34581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F94866-ECF1-337D-82ED-EBA924006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3" y="385090"/>
            <a:ext cx="6262797" cy="24151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8522EF-ED2D-0506-DC93-836C90ECDA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26" t="6036"/>
          <a:stretch>
            <a:fillRect/>
          </a:stretch>
        </p:blipFill>
        <p:spPr>
          <a:xfrm>
            <a:off x="963503" y="530860"/>
            <a:ext cx="3073400" cy="22693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947377-AE65-FB2F-8AE1-BD7DF5792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9554" r="53251" b="5916"/>
          <a:stretch>
            <a:fillRect/>
          </a:stretch>
        </p:blipFill>
        <p:spPr>
          <a:xfrm flipH="1">
            <a:off x="1349339" y="616343"/>
            <a:ext cx="2578100" cy="2041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ADB847D-BE18-44CE-8023-A2ADC7A81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936" y="1379779"/>
            <a:ext cx="4293800" cy="4348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84EF17-1D6C-4887-A741-B78EDA8FD55C}"/>
              </a:ext>
            </a:extLst>
          </p:cNvPr>
          <p:cNvSpPr txBox="1"/>
          <p:nvPr/>
        </p:nvSpPr>
        <p:spPr>
          <a:xfrm>
            <a:off x="8823103" y="759962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 </a:t>
            </a:r>
            <a:r>
              <a:rPr lang="en-US" altLang="ko-KR" dirty="0" err="1"/>
              <a:t>corr</a:t>
            </a:r>
            <a:r>
              <a:rPr lang="en-US" altLang="ko-KR" dirty="0"/>
              <a:t> loss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7AA5-1865-4192-9C90-8F3B594CF5A2}"/>
              </a:ext>
            </a:extLst>
          </p:cNvPr>
          <p:cNvSpPr txBox="1"/>
          <p:nvPr/>
        </p:nvSpPr>
        <p:spPr>
          <a:xfrm>
            <a:off x="9098167" y="5979191"/>
            <a:ext cx="10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CCC loss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E05AD-E059-4832-903E-F0E0A423F1F4}"/>
              </a:ext>
            </a:extLst>
          </p:cNvPr>
          <p:cNvSpPr txBox="1"/>
          <p:nvPr/>
        </p:nvSpPr>
        <p:spPr>
          <a:xfrm>
            <a:off x="9138830" y="140145"/>
            <a:ext cx="2563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/>
              <a:t>확인 예상 자료들</a:t>
            </a:r>
          </a:p>
        </p:txBody>
      </p:sp>
    </p:spTree>
    <p:extLst>
      <p:ext uri="{BB962C8B-B14F-4D97-AF65-F5344CB8AC3E}">
        <p14:creationId xmlns:p14="http://schemas.microsoft.com/office/powerpoint/2010/main" val="284213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781</Words>
  <Application>Microsoft Office PowerPoint</Application>
  <PresentationFormat>와이드스크린</PresentationFormat>
  <Paragraphs>154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정우빈 (Woobin Jeong)</dc:creator>
  <cp:lastModifiedBy>정우빈</cp:lastModifiedBy>
  <cp:revision>7</cp:revision>
  <dcterms:created xsi:type="dcterms:W3CDTF">2025-09-10T03:00:24Z</dcterms:created>
  <dcterms:modified xsi:type="dcterms:W3CDTF">2025-09-13T03:43:17Z</dcterms:modified>
</cp:coreProperties>
</file>